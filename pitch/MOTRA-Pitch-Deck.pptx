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We deploy a gig-powered network of mobile technicians to clean and service robotaxis on-location, on-demand.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Think AWS for autonomous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Autonomous vehicles run 24/7. Their maintenance infrastructure doesn't.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1. No driver = no eyes — Nobody notices trash, spills, or wear between rides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2. Depot-dependent — Vehicles must return to facilities for basic cleaning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3. Downtime = lost revenue — Every minute in depot is a ride not taken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4. Sensors are safety-critical — Dirty LiDAR/cameras = degraded driving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Current reality: Waymo hand-washes every vehicle at centralized depots.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That doesn't scale to millions of 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Mobile fleet care, dispatched like an Uber.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MOTRA deploys certified technicians directly to vehicles — wherever they are.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Quick Clean (5-10 min) — Between-ride wipe-down, trash removal, odor neutralization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Deep Clean (30-60 min) — Full interior detail, sensor cleaning, exterior wash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Maintenance — Light repairs, tire checks, fluid top-offs, emergency response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Result: Vehicles stay in service zones | Variable cost model | Scales instantly |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robotaxi industry is hitting an inflection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Waymo Scale: 400K rides/week — targeting 1M/week by end of 2026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Fleet Growth: 2,500 vehicles today — "tens of thousands" planned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New Entrants: Tesla Robotaxi, Zoox, Cruise rebuild — all scaling 2026-2027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Gig Infrastructure: Uber/DoorDash proved the model — workforce is trained and ready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The window is NOW — before AV companies build in-house or a competitor emerges.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$500M+ market emerging, scaling to $5B+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2560320" cy="1828800"/>
          </a:xfrm>
          <a:prstGeom prst="roundRect">
            <a:avLst/>
          </a:prstGeom>
          <a:solidFill>
            <a:srgbClr val="111111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74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TAM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286000"/>
            <a:ext cx="2560320" cy="1828800"/>
          </a:xfrm>
          <a:prstGeom prst="roundRect">
            <a:avLst/>
          </a:prstGeom>
          <a:solidFill>
            <a:srgbClr val="111111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474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TAM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286000"/>
            <a:ext cx="2560320" cy="1828800"/>
          </a:xfrm>
          <a:prstGeom prst="roundRect">
            <a:avLst/>
          </a:prstGeom>
          <a:solidFill>
            <a:srgbClr val="111111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3474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TAM 2032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2286000"/>
            <a:ext cx="2560320" cy="1828800"/>
          </a:xfrm>
          <a:prstGeom prst="roundRect">
            <a:avLst/>
          </a:prstGeom>
          <a:solidFill>
            <a:srgbClr val="111111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4688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FF"/>
                </a:solidFill>
              </a:defRPr>
            </a:pPr>
            <a:r>
              <a:t>$2M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474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Year 1 SOM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Blue ocean with fragmented alternatives.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AV In-House Ops → High fixed cost, doesn't scale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Traditional Fleet Services → Not mobile, not AV-specialized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Car Washes → Damages sensors, no interior service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Mobile Detailing → Not scaled, not fleet-focused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Our Advantages: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AV-Specialized (sensors, EVs, safety)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Mobile-First (go to the vehicle)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Gig-Powered (variable cost, instant scale)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First Mover (no scaled competitor exists)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Platform + Network + Expertise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For Fleet Operators: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Fleet Dashboard — real-time status, scheduling, quality metrics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API Integration — connects to existing fleet management systems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Analytics — predictive maintenance, cost tracking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For MOTRA Techs: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Mobile App — job dispatch, checklists, earnings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Certification — AV-specific training program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Equipment Kits — standardized tools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Roadmap: MVP Q3 2026 → Waymo API Q4 2026 → 3 Markets Q1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Average service price: $15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Tech payout: $10-11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Platform margin: $4-5 (27-33%)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Services per tech per day: 15-20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Tech daily earnings: $150-220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At Scale: 10,000 services/day = $150K revenue, $40-50K margin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High operating leverage — platform costs don't scale linearly with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Built to win this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Adonis Williams — Founder &amp; CEO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Deputy Functional Chief Engineer at Boeing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Engineering Manager, Boeing Research &amp; Technology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Deep expertise in complex systems, fleet operations, and scaling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Education: Missouri University of Science and Technology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Based in Seattle, WA — epicenter of tech and mobility innovation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Why We Win: Engineering Excellence • Systems Thinking • 100% Focus on AV Fleet 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FINANCIALS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Path to $10M ARR in 36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Year 1: 1 market, 500 vehicles, $1.2M revenue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Year 2: 3 markets, 3,000 vehicles, $5.5M revenue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Year 3: 7 markets, 10,000 vehicles, $15M revenue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Seed Round: $1.5M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Use of Funds: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Product (40%) — App, API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Operations (30%) — Techs, training, equipment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Sales (20%) — Enterprise BD</a:t>
            </a:r>
          </a:p>
          <a:p>
            <a:pPr>
              <a:spcAft>
                <a:spcPts val="1200"/>
              </a:spcAft>
              <a:defRPr sz="1800">
                <a:solidFill>
                  <a:srgbClr val="888888"/>
                </a:solidFill>
              </a:defRPr>
            </a:pPr>
            <a:r>
              <a:t>• G&amp;A (10%) — Legal, insurance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